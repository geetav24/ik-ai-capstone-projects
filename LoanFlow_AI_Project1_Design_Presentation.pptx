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594360"/>
            <a:ext cx="1280160" cy="1280160"/>
          </a:xfrm>
          <a:prstGeom prst="ellipse">
            <a:avLst/>
          </a:prstGeom>
          <a:solidFill>
            <a:srgbClr val="2E74B5">
              <a:alpha val="65000"/>
            </a:srgbClr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343400"/>
            <a:ext cx="1371600" cy="1371600"/>
          </a:xfrm>
          <a:prstGeom prst="ellipse">
            <a:avLst/>
          </a:prstGeom>
          <a:solidFill>
            <a:srgbClr val="B6D7A8">
              <a:alpha val="55000"/>
            </a:srgbClr>
          </a:solidFill>
          <a:ln w="12700">
            <a:solidFill>
              <a:srgbClr val="B6D7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658368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LoanFlow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3232" y="2194560"/>
            <a:ext cx="85953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AF7"/>
                </a:solidFill>
              </a:rPr>
              <a:t>Project 1 Design: Multi-Agent Loan Review Assistant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83210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D4EA"/>
                </a:solidFill>
              </a:rPr>
              <a:t>React + FastAPI + LangGraph + Guardrails + AI Evaluation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DFF7E8"/>
          </a:solidFill>
          <a:ln w="12700">
            <a:solidFill>
              <a:srgbClr val="DFF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877056"/>
            <a:ext cx="131673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39"/>
                </a:solidFill>
              </a:rPr>
              <a:t>Friday MVP ready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37947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3877056"/>
            <a:ext cx="168249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</a:rPr>
              <a:t>Human-in-the-loop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379476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6E0FF"/>
          </a:solidFill>
          <a:ln w="12700">
            <a:solidFill>
              <a:srgbClr val="E6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3877056"/>
            <a:ext cx="19568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</a:rPr>
              <a:t>LLM provider swappable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Capstone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515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Finish a reliable, demoable AI agent system first; increment RAG and cloud deployment later.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520440" cy="3931920"/>
          </a:xfrm>
          <a:prstGeom prst="roundRect">
            <a:avLst>
              <a:gd name="adj" fmla="val 1558"/>
            </a:avLst>
          </a:prstGeom>
          <a:solidFill>
            <a:srgbClr val="EAF3FB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63624"/>
            <a:ext cx="31912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What the demo proves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1920240"/>
            <a:ext cx="3191256" cy="3273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150" dirty="0">
                <a:solidFill>
                  <a:srgbClr val="1B2430"/>
                </a:solidFill>
              </a:rPr>
              <a:t>• Multi-agent orchestration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Risk and document checks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Guardrails: no final approval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Evaluation score + trace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Clean UI and API contract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39319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563624"/>
            <a:ext cx="31912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What stays out for Friday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07992" y="1920240"/>
            <a:ext cx="3191256" cy="3273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150" dirty="0">
                <a:solidFill>
                  <a:srgbClr val="1B2430"/>
                </a:solidFill>
              </a:rPr>
              <a:t>• Real underwriting decisions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PII storage/auth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Production PDF parsing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Cloud deployment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Full RAG pipeline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20440" cy="39319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563624"/>
            <a:ext cx="31912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Later increments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11312" y="1920240"/>
            <a:ext cx="3191256" cy="3273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150" dirty="0">
                <a:solidFill>
                  <a:srgbClr val="1B2430"/>
                </a:solidFill>
              </a:rPr>
              <a:t>• Document upload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Qdrant vector store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LLM-as-judge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AWS ECS/Fargate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OpenAI/Azure OpenAI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1A2"/>
                </a:solidFill>
              </a:rPr>
              <a:t>LoanFlow AI Project 1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Architecture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515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One UI and one API endpoint run a controlled LangGraph workflow.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65960" y="2743200"/>
            <a:ext cx="96012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51960" y="2743200"/>
            <a:ext cx="96012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629400" y="2743200"/>
            <a:ext cx="96012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915400" y="2743200"/>
            <a:ext cx="96012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233172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633472"/>
            <a:ext cx="122529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React UI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26080" y="2267712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EAF3FB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638044"/>
            <a:ext cx="117957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FastAPI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/agent/review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0" y="2267712"/>
            <a:ext cx="1417320" cy="960120"/>
          </a:xfrm>
          <a:prstGeom prst="roundRect">
            <a:avLst>
              <a:gd name="adj" fmla="val 4762"/>
            </a:avLst>
          </a:prstGeom>
          <a:solidFill>
            <a:srgbClr val="E6E0FF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2638044"/>
            <a:ext cx="127101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LangGraph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Workflow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0" y="2267712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FFF3CD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672" y="2638044"/>
            <a:ext cx="117957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LLM Service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Mock/Ollama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875520" y="2267712"/>
            <a:ext cx="1463040" cy="960120"/>
          </a:xfrm>
          <a:prstGeom prst="roundRect">
            <a:avLst>
              <a:gd name="adj" fmla="val 4762"/>
            </a:avLst>
          </a:prstGeom>
          <a:solidFill>
            <a:srgbClr val="DFF7E8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48672" y="2638044"/>
            <a:ext cx="131673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JSON Result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+ Evaluation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9776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123944"/>
            <a:ext cx="2688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UI responsibility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41832" y="4480560"/>
            <a:ext cx="26883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Capture loan context and show answer, risk flags, guardrails, agent trace.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26280" y="39776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4123944"/>
            <a:ext cx="2688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Backend responsibility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90872" y="4480560"/>
            <a:ext cx="26883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Validate request, invoke workflow, keep LLM provider swappable.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75320" y="39776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9912" y="4123944"/>
            <a:ext cx="2688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AI responsibility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39912" y="4480560"/>
            <a:ext cx="26883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Assist reviewer only; never approve or reject loans.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5196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1A2"/>
                </a:solidFill>
              </a:rPr>
              <a:t>LoanFlow AI Project 1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LangGraph agent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515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A small explicit graph is easier to debug, explain, and extend.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45920" y="2743200"/>
            <a:ext cx="77724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94760" y="2743200"/>
            <a:ext cx="77724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0" y="2743200"/>
            <a:ext cx="77724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92440" y="2743200"/>
            <a:ext cx="77724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195560" y="2743200"/>
            <a:ext cx="50292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46888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633472"/>
            <a:ext cx="85953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START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23160" y="2267712"/>
            <a:ext cx="1371600" cy="960120"/>
          </a:xfrm>
          <a:prstGeom prst="roundRect">
            <a:avLst>
              <a:gd name="adj" fmla="val 4762"/>
            </a:avLst>
          </a:prstGeom>
          <a:solidFill>
            <a:srgbClr val="EAF3FB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2638044"/>
            <a:ext cx="122529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Document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Check Agent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2267712"/>
            <a:ext cx="1371600" cy="960120"/>
          </a:xfrm>
          <a:prstGeom prst="roundRect">
            <a:avLst>
              <a:gd name="adj" fmla="val 4762"/>
            </a:avLst>
          </a:prstGeom>
          <a:solidFill>
            <a:srgbClr val="EAF3FB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2638044"/>
            <a:ext cx="122529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Risk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Review Agent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2267712"/>
            <a:ext cx="1371600" cy="960120"/>
          </a:xfrm>
          <a:prstGeom prst="roundRect">
            <a:avLst>
              <a:gd name="adj" fmla="val 4762"/>
            </a:avLst>
          </a:prstGeom>
          <a:solidFill>
            <a:srgbClr val="FFF3CD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2638044"/>
            <a:ext cx="122529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Guardrail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Agent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69680" y="2267712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DFF7E8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2832" y="2638044"/>
            <a:ext cx="117957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Evaluation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Agent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698480" y="246888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71632" y="2633472"/>
            <a:ext cx="67665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215384"/>
            <a:ext cx="2414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Document Check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04672" y="4572000"/>
            <a:ext cx="24140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Finds missing bank statements, pay stubs, tax returns, or ID.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11880" y="406908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4215384"/>
            <a:ext cx="2414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Risk Review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776472" y="4572000"/>
            <a:ext cx="24140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Flags low credit score, invalid income, and high loan-to-income ratio.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0" y="406908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4215384"/>
            <a:ext cx="24140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Guardrails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748272" y="4572000"/>
            <a:ext cx="24140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Forces human review and blocks final approve/reject language.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55480" y="406908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0072" y="4215384"/>
            <a:ext cx="15910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Evaluation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20072" y="4572000"/>
            <a:ext cx="15910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Scores safety and completeness.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5196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1A2"/>
                </a:solidFill>
              </a:rPr>
              <a:t>LoanFlow AI Project 1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Tech and LLM decisions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515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Use the smallest reliable stack that still teaches modern agent architecture.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72768"/>
            <a:ext cx="1143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Frontend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40280" y="1572768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React + Vite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00600" y="1572768"/>
            <a:ext cx="612648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Fast UI demo and easy later migration to AWS/Vercel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10835640" cy="603504"/>
          </a:xfrm>
          <a:prstGeom prst="roundRect">
            <a:avLst>
              <a:gd name="adj" fmla="val 4545"/>
            </a:avLst>
          </a:prstGeom>
          <a:solidFill>
            <a:srgbClr val="F7FA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58568"/>
            <a:ext cx="1143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Backend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40280" y="2258568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FastAPI + Pydantic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2258568"/>
            <a:ext cx="612648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Quick API, strong request/response validation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1083564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944368"/>
            <a:ext cx="1143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Workflow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40280" y="2944368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LangGraph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944368"/>
            <a:ext cx="612648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Explicit stateful agent flow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474720"/>
            <a:ext cx="10835640" cy="603504"/>
          </a:xfrm>
          <a:prstGeom prst="roundRect">
            <a:avLst>
              <a:gd name="adj" fmla="val 4545"/>
            </a:avLst>
          </a:prstGeom>
          <a:solidFill>
            <a:srgbClr val="F7FA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630168"/>
            <a:ext cx="1143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LLM now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40280" y="3630168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Mock → Ollama gemma2:2b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3630168"/>
            <a:ext cx="612648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Stable first, local LLM second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1083564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315968"/>
            <a:ext cx="1143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LLM later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240280" y="4315968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OpenAI/Azure OpenAI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4315968"/>
            <a:ext cx="612648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Better quality and enterprise deployment story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846320"/>
            <a:ext cx="10835640" cy="603504"/>
          </a:xfrm>
          <a:prstGeom prst="roundRect">
            <a:avLst>
              <a:gd name="adj" fmla="val 4545"/>
            </a:avLst>
          </a:prstGeom>
          <a:solidFill>
            <a:srgbClr val="F7FA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001768"/>
            <a:ext cx="1143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</a:rPr>
              <a:t>Deploy later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240280" y="5001768"/>
            <a:ext cx="23774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AWS ECS/EC2 + S3/CloudFront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0600" y="5001768"/>
            <a:ext cx="612648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Resume-friendly cloud story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196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1A2"/>
                </a:solidFill>
              </a:rPr>
              <a:t>LoanFlow AI Project 1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Code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515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Keep business logic, workflow logic, and UI cleanly separated.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EAF3FB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3236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Backend files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1828800"/>
            <a:ext cx="3236976" cy="3776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150" dirty="0">
                <a:solidFill>
                  <a:srgbClr val="1B2430"/>
                </a:solidFill>
              </a:rPr>
              <a:t>app/main.py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core/config.py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schemas/loan_schemas.py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services/llm_service.py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services/evaluation_service.py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workflows/state.py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workflows/langgraph_workflow.py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472184"/>
            <a:ext cx="32369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Frontend files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99432" y="1828800"/>
            <a:ext cx="3236976" cy="3776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150" dirty="0">
                <a:solidFill>
                  <a:srgbClr val="1B2430"/>
                </a:solidFill>
              </a:rPr>
              <a:t>src/App.jsx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src/api/loanApi.js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src/components/DemoHeader.jsx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src/components/LoanReviewForm.jsx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src/components/ReviewResult.jsx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src/styles.css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3108960" cy="44348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472184"/>
            <a:ext cx="277977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Coding rule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48472" y="1828800"/>
            <a:ext cx="2779776" cy="3776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150" dirty="0">
                <a:solidFill>
                  <a:srgbClr val="1B2430"/>
                </a:solidFill>
              </a:rPr>
              <a:t>• Get mock path working first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Add Ollama only after UI works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Each agent appends trace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Evaluation must run every time</a:t>
            </a:r>
            <a:endParaRPr lang="en-US" sz="1150" dirty="0"/>
          </a:p>
          <a:p>
            <a:r>
              <a:rPr lang="en-US" sz="1150" dirty="0">
                <a:solidFill>
                  <a:srgbClr val="1B2430"/>
                </a:solidFill>
              </a:rPr>
              <a:t>• Demo with sample scenarios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1A2"/>
                </a:solidFill>
              </a:rPr>
              <a:t>LoanFlow AI Project 1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UI demo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515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One screen is enough: request on the left, AI result on the right.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Loan Review Request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057400"/>
            <a:ext cx="4343400" cy="27432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30552"/>
            <a:ext cx="2377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</a:rPr>
              <a:t>Loan 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0120" y="2496312"/>
            <a:ext cx="4343400" cy="27432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569464"/>
            <a:ext cx="2377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</a:rPr>
              <a:t>Borrower Name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60120" y="2935224"/>
            <a:ext cx="4343400" cy="27432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008376"/>
            <a:ext cx="2377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</a:rPr>
              <a:t>Loan Amount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60120" y="3374136"/>
            <a:ext cx="4343400" cy="27432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47288"/>
            <a:ext cx="2377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</a:rPr>
              <a:t>Annual Income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60120" y="3813048"/>
            <a:ext cx="4343400" cy="27432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886200"/>
            <a:ext cx="2377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</a:rPr>
              <a:t>Credit 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0120" y="4251960"/>
            <a:ext cx="4343400" cy="27432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325112"/>
            <a:ext cx="2377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</a:rPr>
              <a:t>Reviewer Question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0120" y="5074920"/>
            <a:ext cx="4343400" cy="384048"/>
          </a:xfrm>
          <a:prstGeom prst="roundRect">
            <a:avLst>
              <a:gd name="adj" fmla="val 714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184648"/>
            <a:ext cx="434340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Loan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3520440"/>
            <a:ext cx="6400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37960" y="128016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EAF3FB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AI Review Result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12280" y="2011680"/>
            <a:ext cx="44348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157984"/>
            <a:ext cx="4105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Answer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76872" y="2514600"/>
            <a:ext cx="410565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Route to human reviewer; request missing documents.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12280" y="297180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3118104"/>
            <a:ext cx="17282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Risk Flags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976872" y="3474720"/>
            <a:ext cx="172821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low_credit_score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89720" y="297180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3118104"/>
            <a:ext cx="172821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Guardrails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354312" y="3474720"/>
            <a:ext cx="172821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no_final_approval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12280" y="4160520"/>
            <a:ext cx="4434840" cy="822960"/>
          </a:xfrm>
          <a:prstGeom prst="roundRect">
            <a:avLst>
              <a:gd name="adj" fmla="val 6667"/>
            </a:avLst>
          </a:prstGeom>
          <a:solidFill>
            <a:srgbClr val="DFF7E8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4306824"/>
            <a:ext cx="4105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Evaluation Score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976872" y="4663440"/>
            <a:ext cx="410565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100 / 100 — safe and complete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5196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1A2"/>
                </a:solidFill>
              </a:rPr>
              <a:t>LoanFlow AI Project 1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</a:rPr>
              <a:t>Build plan for Friday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515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Six focused hours per day is enough if the scope stays disciplined.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057400"/>
            <a:ext cx="1463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Day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560320"/>
            <a:ext cx="1691640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Backend skeleton + /health + /agent/review mock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53512" y="182880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8104" y="2057400"/>
            <a:ext cx="1463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Day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18104" y="2560320"/>
            <a:ext cx="1691640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LangGraph agents wired + curl 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21224" y="182880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5816" y="2057400"/>
            <a:ext cx="1463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Day 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85816" y="2560320"/>
            <a:ext cx="1691640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React UI connected + result cards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88936" y="182880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2057400"/>
            <a:ext cx="1463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Day 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53528" y="2560320"/>
            <a:ext cx="1691640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Ollama optional + evaluation polish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56648" y="182880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DFF7E8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1240" y="2057400"/>
            <a:ext cx="14630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Friday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921240" y="2560320"/>
            <a:ext cx="1691640" cy="1097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README, screenshots, presentation practice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Demo line: “LoanFlow AI assists reviewers, detects missing documents and risk flags, and enforces human review — it does not make final lending decisions.”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391A2"/>
                </a:solidFill>
              </a:rPr>
              <a:t>LoanFlow AI Project 1  | 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LoanFlow AI Project 1</dc:title>
  <dc:subject>LoanFlow AI Project 1 Design</dc:subject>
  <dc:creator>OpenAI</dc:creator>
  <cp:lastModifiedBy>OpenAI</cp:lastModifiedBy>
  <cp:revision>1</cp:revision>
  <dcterms:created xsi:type="dcterms:W3CDTF">2026-05-04T18:38:47Z</dcterms:created>
  <dcterms:modified xsi:type="dcterms:W3CDTF">2026-05-04T18:38:47Z</dcterms:modified>
</cp:coreProperties>
</file>